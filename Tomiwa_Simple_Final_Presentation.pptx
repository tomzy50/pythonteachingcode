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Python Project Evaluation</a:t>
            </a:r>
          </a:p>
          <a:p>
            <a:r>
              <a:t>Fashion-Design-App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By: Tomiwa Aroyewun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My Project Was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 wanted to understand how a real Python app works.</a:t>
            </a:r>
          </a:p>
          <a:p>
            <a:r>
              <a:t>• I chose a simple Flask project called Fashion-Design-App.</a:t>
            </a:r>
          </a:p>
          <a:p>
            <a:r>
              <a:t>• The app lets users upload a picture and see a preview.</a:t>
            </a:r>
          </a:p>
          <a:p>
            <a:r>
              <a:t>• My goal was to learn how the code connects the screens and features.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How Flask uses routes to move between pages.</a:t>
            </a:r>
          </a:p>
          <a:p>
            <a:r>
              <a:t>• How Python sends information to HTML templates.</a:t>
            </a:r>
          </a:p>
          <a:p>
            <a:r>
              <a:t>• How file uploads work inside the app.</a:t>
            </a:r>
          </a:p>
          <a:p>
            <a:r>
              <a:t>• How the project folders are organized.</a:t>
            </a:r>
          </a:p>
          <a:p>
            <a:r>
              <a:t>• I learned that Flask apps are easier to understand once you follow the routes.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 had trouble running the app at first.</a:t>
            </a:r>
          </a:p>
          <a:p>
            <a:r>
              <a:t>• Some modules were missing, so the project would not start.</a:t>
            </a:r>
          </a:p>
          <a:p>
            <a:r>
              <a:t>• I also had to learn how the templates folder connects to the Python file.</a:t>
            </a:r>
          </a:p>
          <a:p>
            <a:r>
              <a:t>• I fixed these problems by installing the right packages and reading the code slowly.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Project Developed for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At first, I thought the project was complicated.</a:t>
            </a:r>
          </a:p>
          <a:p>
            <a:r>
              <a:t>• But when I followed each function step-by-step, it made sense.</a:t>
            </a:r>
          </a:p>
          <a:p>
            <a:r>
              <a:t>• I realized how every part of the app works together.</a:t>
            </a:r>
          </a:p>
          <a:p>
            <a:r>
              <a:t>• This helped build my confidence in understanding real Python projects.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Would Do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more design options to the app.</a:t>
            </a:r>
          </a:p>
          <a:p>
            <a:r>
              <a:t>• Make the preview look cleaner.</a:t>
            </a:r>
          </a:p>
          <a:p>
            <a:r>
              <a:t>• Add more pages and features.</a:t>
            </a:r>
          </a:p>
          <a:p>
            <a:r>
              <a:t>• Try to deploy the app so it runs online.</a:t>
            </a:r>
          </a:p>
          <a:p>
            <a:r>
              <a:t>• Keep learning Flask so I can build my own app in the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