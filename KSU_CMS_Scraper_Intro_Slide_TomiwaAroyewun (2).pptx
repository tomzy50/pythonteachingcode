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EB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171717"/>
                </a:solidFill>
              </a:defRPr>
            </a:pPr>
            <a:r>
              <a:t>KSU CMS Scraper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64646"/>
                </a:solidFill>
              </a:defRPr>
            </a:pPr>
            <a:r>
              <a:t>“Automatically pulls course info from KSU CMS into structured data.”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943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2323"/>
                </a:solidFill>
              </a:defRPr>
            </a:pPr>
            <a:r>
              <a:t>Team: Tomiwa Aroyewun</a:t>
            </a:r>
          </a:p>
          <a:p>
            <a:pPr lvl="1">
              <a:defRPr sz="1600">
                <a:solidFill>
                  <a:srgbClr val="505050"/>
                </a:solidFill>
              </a:defRPr>
            </a:pPr>
            <a:r>
              <a:t>Course: IS Project — KSU</a:t>
            </a:r>
          </a:p>
          <a:p>
            <a:pPr lvl="1">
              <a:defRPr sz="1600">
                <a:solidFill>
                  <a:srgbClr val="3254A0"/>
                </a:solidFill>
              </a:defRPr>
            </a:pPr>
            <a:r>
              <a:t>GitHub: https://github.com/Tomzy50/pythonteachingcode/blob/master/2%20ksu%20scrape/cms_scrape.py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530352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232323"/>
                </a:solidFill>
              </a:defRPr>
            </a:pPr>
            <a:r>
              <a:t>Key Capabilities</a:t>
            </a:r>
          </a:p>
          <a:p>
            <a:pPr lvl="1">
              <a:defRPr sz="1500">
                <a:solidFill>
                  <a:srgbClr val="464646"/>
                </a:solidFill>
              </a:defRPr>
            </a:pPr>
            <a:r>
              <a:t>• Automates pulling course data from KSU CMS pages</a:t>
            </a:r>
          </a:p>
          <a:p>
            <a:pPr lvl="1">
              <a:defRPr sz="1500">
                <a:solidFill>
                  <a:srgbClr val="464646"/>
                </a:solidFill>
              </a:defRPr>
            </a:pPr>
            <a:r>
              <a:t>• Parses &amp; cleans HTML into structured CSV/JSON</a:t>
            </a:r>
          </a:p>
          <a:p>
            <a:pPr lvl="1">
              <a:defRPr sz="1500">
                <a:solidFill>
                  <a:srgbClr val="464646"/>
                </a:solidFill>
              </a:defRPr>
            </a:pPr>
            <a:r>
              <a:t>• Searchable outputs for planning and analysis</a:t>
            </a:r>
          </a:p>
          <a:p>
            <a:pPr lvl="1">
              <a:defRPr sz="1500">
                <a:solidFill>
                  <a:srgbClr val="464646"/>
                </a:solidFill>
              </a:defRPr>
            </a:pPr>
            <a:r>
              <a:t>• Built with Python (requests, BeautifulSoup); extensible scheduler</a:t>
            </a:r>
          </a:p>
        </p:txBody>
      </p:sp>
      <p:pic>
        <p:nvPicPr>
          <p:cNvPr id="7" name="Picture 6" descr="mockup_scrape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188720"/>
            <a:ext cx="3429000" cy="2286000"/>
          </a:xfrm>
          <a:prstGeom prst="rect">
            <a:avLst/>
          </a:prstGeom>
        </p:spPr>
      </p:pic>
      <p:pic>
        <p:nvPicPr>
          <p:cNvPr id="8" name="Picture 7" descr="mockup_output_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3657600"/>
            <a:ext cx="3429000" cy="228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2636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E6E6E"/>
                </a:solidFill>
              </a:defRPr>
            </a:pPr>
            <a:r>
              <a:t>Contact: Tomiwa Aroyewun • Deliverable: 1-slide intro • ©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